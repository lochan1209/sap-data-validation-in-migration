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61" r:id="rId4"/>
    <p:sldId id="262" r:id="rId5"/>
    <p:sldId id="257" r:id="rId6"/>
    <p:sldId id="258" r:id="rId7"/>
    <p:sldId id="259" r:id="rId8"/>
    <p:sldId id="27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88D82-A1F9-4608-A2BF-D17611C35982}" v="7" dt="2025-12-03T12:29:14.018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94660"/>
  </p:normalViewPr>
  <p:slideViewPr>
    <p:cSldViewPr snapToGrid="0">
      <p:cViewPr varScale="1">
        <p:scale>
          <a:sx n="51" d="100"/>
          <a:sy n="51" d="100"/>
        </p:scale>
        <p:origin x="98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aman, Lochan" userId="35d35d38-f397-4c93-9141-b9d9e9f1fd68" providerId="ADAL" clId="{EF29F194-44DA-41A0-8426-8F987FF6263B}"/>
    <pc:docChg chg="custSel addSld delSld modSld">
      <pc:chgData name="Hiraman, Lochan" userId="35d35d38-f397-4c93-9141-b9d9e9f1fd68" providerId="ADAL" clId="{EF29F194-44DA-41A0-8426-8F987FF6263B}" dt="2025-12-03T12:33:17.279" v="345" actId="2696"/>
      <pc:docMkLst>
        <pc:docMk/>
      </pc:docMkLst>
      <pc:sldChg chg="del">
        <pc:chgData name="Hiraman, Lochan" userId="35d35d38-f397-4c93-9141-b9d9e9f1fd68" providerId="ADAL" clId="{EF29F194-44DA-41A0-8426-8F987FF6263B}" dt="2025-12-03T12:32:32.128" v="337" actId="2696"/>
        <pc:sldMkLst>
          <pc:docMk/>
          <pc:sldMk cId="2258605435" sldId="260"/>
        </pc:sldMkLst>
      </pc:sldChg>
      <pc:sldChg chg="del">
        <pc:chgData name="Hiraman, Lochan" userId="35d35d38-f397-4c93-9141-b9d9e9f1fd68" providerId="ADAL" clId="{EF29F194-44DA-41A0-8426-8F987FF6263B}" dt="2025-12-03T12:32:40.932" v="339" actId="2696"/>
        <pc:sldMkLst>
          <pc:docMk/>
          <pc:sldMk cId="3125065156" sldId="265"/>
        </pc:sldMkLst>
      </pc:sldChg>
      <pc:sldChg chg="del">
        <pc:chgData name="Hiraman, Lochan" userId="35d35d38-f397-4c93-9141-b9d9e9f1fd68" providerId="ADAL" clId="{EF29F194-44DA-41A0-8426-8F987FF6263B}" dt="2025-12-03T12:32:45.636" v="340" actId="2696"/>
        <pc:sldMkLst>
          <pc:docMk/>
          <pc:sldMk cId="2282850641" sldId="266"/>
        </pc:sldMkLst>
      </pc:sldChg>
      <pc:sldChg chg="del">
        <pc:chgData name="Hiraman, Lochan" userId="35d35d38-f397-4c93-9141-b9d9e9f1fd68" providerId="ADAL" clId="{EF29F194-44DA-41A0-8426-8F987FF6263B}" dt="2025-12-03T12:32:49.042" v="341" actId="2696"/>
        <pc:sldMkLst>
          <pc:docMk/>
          <pc:sldMk cId="3856252732" sldId="267"/>
        </pc:sldMkLst>
      </pc:sldChg>
      <pc:sldChg chg="del">
        <pc:chgData name="Hiraman, Lochan" userId="35d35d38-f397-4c93-9141-b9d9e9f1fd68" providerId="ADAL" clId="{EF29F194-44DA-41A0-8426-8F987FF6263B}" dt="2025-12-03T12:32:36.847" v="338" actId="2696"/>
        <pc:sldMkLst>
          <pc:docMk/>
          <pc:sldMk cId="2579377484" sldId="268"/>
        </pc:sldMkLst>
      </pc:sldChg>
      <pc:sldChg chg="del">
        <pc:chgData name="Hiraman, Lochan" userId="35d35d38-f397-4c93-9141-b9d9e9f1fd68" providerId="ADAL" clId="{EF29F194-44DA-41A0-8426-8F987FF6263B}" dt="2025-12-03T12:33:07.183" v="342" actId="2696"/>
        <pc:sldMkLst>
          <pc:docMk/>
          <pc:sldMk cId="2248302854" sldId="269"/>
        </pc:sldMkLst>
      </pc:sldChg>
      <pc:sldChg chg="del">
        <pc:chgData name="Hiraman, Lochan" userId="35d35d38-f397-4c93-9141-b9d9e9f1fd68" providerId="ADAL" clId="{EF29F194-44DA-41A0-8426-8F987FF6263B}" dt="2025-12-03T12:33:10.478" v="343" actId="2696"/>
        <pc:sldMkLst>
          <pc:docMk/>
          <pc:sldMk cId="177627579" sldId="270"/>
        </pc:sldMkLst>
      </pc:sldChg>
      <pc:sldChg chg="del">
        <pc:chgData name="Hiraman, Lochan" userId="35d35d38-f397-4c93-9141-b9d9e9f1fd68" providerId="ADAL" clId="{EF29F194-44DA-41A0-8426-8F987FF6263B}" dt="2025-12-03T12:33:12.919" v="344" actId="2696"/>
        <pc:sldMkLst>
          <pc:docMk/>
          <pc:sldMk cId="4075938597" sldId="271"/>
        </pc:sldMkLst>
      </pc:sldChg>
      <pc:sldChg chg="del">
        <pc:chgData name="Hiraman, Lochan" userId="35d35d38-f397-4c93-9141-b9d9e9f1fd68" providerId="ADAL" clId="{EF29F194-44DA-41A0-8426-8F987FF6263B}" dt="2025-12-03T12:33:17.279" v="345" actId="2696"/>
        <pc:sldMkLst>
          <pc:docMk/>
          <pc:sldMk cId="1396616041" sldId="272"/>
        </pc:sldMkLst>
      </pc:sldChg>
      <pc:sldChg chg="addSp modSp add mod">
        <pc:chgData name="Hiraman, Lochan" userId="35d35d38-f397-4c93-9141-b9d9e9f1fd68" providerId="ADAL" clId="{EF29F194-44DA-41A0-8426-8F987FF6263B}" dt="2025-12-03T12:32:15.038" v="336" actId="20577"/>
        <pc:sldMkLst>
          <pc:docMk/>
          <pc:sldMk cId="520313256" sldId="273"/>
        </pc:sldMkLst>
        <pc:spChg chg="mod">
          <ac:chgData name="Hiraman, Lochan" userId="35d35d38-f397-4c93-9141-b9d9e9f1fd68" providerId="ADAL" clId="{EF29F194-44DA-41A0-8426-8F987FF6263B}" dt="2025-12-03T12:30:14.509" v="84" actId="20577"/>
          <ac:spMkLst>
            <pc:docMk/>
            <pc:sldMk cId="520313256" sldId="273"/>
            <ac:spMk id="2" creationId="{3C9F3FF2-7AF6-F42F-8AB8-B0A97B053247}"/>
          </ac:spMkLst>
        </pc:spChg>
        <pc:spChg chg="add mod">
          <ac:chgData name="Hiraman, Lochan" userId="35d35d38-f397-4c93-9141-b9d9e9f1fd68" providerId="ADAL" clId="{EF29F194-44DA-41A0-8426-8F987FF6263B}" dt="2025-12-03T12:28:28.369" v="9" actId="14100"/>
          <ac:spMkLst>
            <pc:docMk/>
            <pc:sldMk cId="520313256" sldId="273"/>
            <ac:spMk id="3" creationId="{B9E9CA48-8686-146D-0D00-393EBB3A6C51}"/>
          </ac:spMkLst>
        </pc:spChg>
        <pc:spChg chg="add mod">
          <ac:chgData name="Hiraman, Lochan" userId="35d35d38-f397-4c93-9141-b9d9e9f1fd68" providerId="ADAL" clId="{EF29F194-44DA-41A0-8426-8F987FF6263B}" dt="2025-12-03T12:29:10.310" v="11"/>
          <ac:spMkLst>
            <pc:docMk/>
            <pc:sldMk cId="520313256" sldId="273"/>
            <ac:spMk id="4" creationId="{6E38058D-1D9D-AFCD-28F7-A4C01A4A8AD5}"/>
          </ac:spMkLst>
        </pc:spChg>
        <pc:spChg chg="mod">
          <ac:chgData name="Hiraman, Lochan" userId="35d35d38-f397-4c93-9141-b9d9e9f1fd68" providerId="ADAL" clId="{EF29F194-44DA-41A0-8426-8F987FF6263B}" dt="2025-12-03T12:32:15.038" v="336" actId="20577"/>
          <ac:spMkLst>
            <pc:docMk/>
            <pc:sldMk cId="520313256" sldId="273"/>
            <ac:spMk id="8" creationId="{41E96C2F-51E9-E7FD-975C-644E52885EE8}"/>
          </ac:spMkLst>
        </pc:spChg>
        <pc:picChg chg="add mod">
          <ac:chgData name="Hiraman, Lochan" userId="35d35d38-f397-4c93-9141-b9d9e9f1fd68" providerId="ADAL" clId="{EF29F194-44DA-41A0-8426-8F987FF6263B}" dt="2025-12-03T12:30:20.060" v="85" actId="1076"/>
          <ac:picMkLst>
            <pc:docMk/>
            <pc:sldMk cId="520313256" sldId="273"/>
            <ac:picMk id="5" creationId="{2095F904-209C-71F4-650A-6D80532D8F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3205-9676-5FC1-0F3A-0004C7577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FD5F3-CC89-012E-6978-C248B2B8A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16533-7BF7-1D99-E1B7-A5BC7D73F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D5DF8-6D1D-7D65-4ADC-F6EE0407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2817A-059D-8572-C2D5-5EC8A5ED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2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5B454-D358-5600-AE30-076C9582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1FE0-41CD-E221-D191-6ED18792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A7C85-9974-E038-AC63-B1B7ED0A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F7DD5-F1AA-C48B-39EB-935EA47C5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F813F-16AC-024C-79EB-B59141F6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9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6949-C969-4622-34C9-436DD67F0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23D6C-1314-2DB8-F691-D4950A84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25584-7D9C-E0AB-DFCB-B01BD3371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505CF-C193-ECA8-5D50-51ECF316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C8F0E-441F-3F56-BDD2-4463DAD3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6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F8C6-693C-D677-3896-1CD7618F8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1792C-8A28-9473-EEDE-DBDC778E9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72984-7D02-1F0A-3A57-1795127E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645A6-D50A-14BA-348C-F47587256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1995-6949-98B9-A67D-6D4C1140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CF357-A593-303C-FD31-A4FC25E3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319D-5226-61B7-9C85-0587441E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A0D7F-A802-856F-C3B7-1B6ADF206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B3ED-0C81-2239-AB2D-B89E2453B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9BC8C-70FD-5C3F-4FBC-2B44D6071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0682BC-4147-0838-9452-401C3D306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2040CB-2E5D-B790-AB9D-8AFFFDE8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83C19-A529-DA14-F095-66C73FB0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BFC4B5-DDD1-0131-A281-0495439B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27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F136-4822-161E-5894-A6DD898B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FF513-23F4-6714-73DB-B075EE66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CA414-FCF2-8BA0-E959-DDD2D23E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9E863-A0C6-3842-6D2D-F8440166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8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29756-F176-6FD4-0456-132FB762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8ECA6-2C55-AEEE-8EA0-3363FF1D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CD60C-E8CE-3CDF-EF57-0432F061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3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8E0-CD75-A275-CEE0-6B2DBA8D5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7D97-3212-6707-C50D-B549A9C6A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AC226-A370-AB69-548B-015489E1D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E105B-C48A-ECC2-B46C-928DB26D8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F54A4-A3E2-EEB3-6BF3-7FD3DC54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6B185-A335-ABA1-8C33-EFAD50FE4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8A1F-8EDD-0FA1-78CC-034AC1FD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DEDCE-8AB1-2C96-18BE-DAB6B886B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15AF-130A-4929-3525-474CA3DFA4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C044E-522B-695C-8E86-C656BF5E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1991E-CFEF-0986-9E67-FE6B61E4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BCFF-E95E-6F2D-F9C2-1B8005064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2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104A-7081-188C-1CAF-C339A36D8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E7460-2159-91E7-C297-4EBE77B00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D19E3-D882-369A-190F-AE8A610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7115-3398-04D4-CE1E-C779DB1E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CFBE5-F9F3-4A88-8D43-E1DA82F9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BD535-ECA6-FDD5-0D41-067F9CD9B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204D-A17A-CDF4-4865-743E8FC9B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2ED5E-0146-BBFF-770B-2106AB93D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BA50-62F0-CEF4-C7A7-5C226D14D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B4CB1-B131-DFA3-9496-A96A07C6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8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7F7113-CF32-BF61-9BE1-2FF994BB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B679D-6E5F-703F-39D3-E4B4DE944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9DAAB-BE4D-432C-BEA1-369682E46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00A5-167C-46E4-94A3-AB56977DF3BE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C2324-12E2-3F54-7FCD-E0C1724EA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F78A3-8B3D-3C9B-4ECF-F3CD83CE1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D7BAD-D488-4B64-A1A3-77B8653D3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D49B-415F-7C15-3B00-962FE773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7B54-E342-8821-86E7-CFEAC8AA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943" y="1817914"/>
            <a:ext cx="9144000" cy="1936523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SAP Data migration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AI solution to check data quality</a:t>
            </a:r>
            <a:br>
              <a:rPr lang="en-US" sz="3600" b="1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64311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6475-ADFC-2B6B-1EE2-B005B566A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664029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b="1" dirty="0"/>
              <a:t>📌  </a:t>
            </a:r>
            <a:r>
              <a:rPr lang="en-US" sz="3600" dirty="0"/>
              <a:t>Context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A80E6-8FD5-66C0-BF5A-5CDA11135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6285" y="2133600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b="1" dirty="0"/>
          </a:p>
          <a:p>
            <a:pPr algn="l"/>
            <a:r>
              <a:rPr lang="en-US" sz="1800" dirty="0"/>
              <a:t>During data migration from SAP to a new system, the receiving APIs (Kraken APIs) enforce strict data quality checks and raise </a:t>
            </a:r>
            <a:r>
              <a:rPr lang="en-US" sz="1800" b="1" dirty="0"/>
              <a:t>exceptions</a:t>
            </a:r>
            <a:r>
              <a:rPr lang="en-US" sz="1800" dirty="0"/>
              <a:t> for bad or incomplete data, such as:</a:t>
            </a:r>
          </a:p>
          <a:p>
            <a:pPr algn="l"/>
            <a:r>
              <a:rPr lang="en-US" sz="1800" dirty="0"/>
              <a:t>Invalid mobile numbers</a:t>
            </a:r>
          </a:p>
          <a:p>
            <a:pPr algn="l"/>
            <a:r>
              <a:rPr lang="en-US" sz="1800" dirty="0"/>
              <a:t>Improper email formats</a:t>
            </a:r>
          </a:p>
          <a:p>
            <a:pPr algn="l"/>
            <a:r>
              <a:rPr lang="en-US" sz="1800" dirty="0"/>
              <a:t>Names with special characters or digits</a:t>
            </a:r>
          </a:p>
          <a:p>
            <a:pPr algn="l"/>
            <a:r>
              <a:rPr lang="en-US" sz="1800" dirty="0"/>
              <a:t>Blank required fields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6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3532-00F7-FE3B-8D9A-EE4713E3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FA34-465C-9EEE-637D-78C8B6716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29" y="555171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b="1" dirty="0"/>
              <a:t>❗  </a:t>
            </a:r>
            <a:r>
              <a:rPr lang="en-US" sz="36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94CA0-581E-F836-B09F-7733EB7CF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057" y="1817914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dirty="0"/>
          </a:p>
          <a:p>
            <a:pPr algn="l"/>
            <a:endParaRPr lang="en-US" sz="1300" b="1" dirty="0"/>
          </a:p>
          <a:p>
            <a:pPr algn="l"/>
            <a:r>
              <a:rPr lang="en-US" sz="1800" dirty="0"/>
              <a:t>Manually identifying and fixing these issues </a:t>
            </a:r>
            <a:r>
              <a:rPr lang="en-US" sz="1800" b="1" dirty="0"/>
              <a:t>after API rejection</a:t>
            </a:r>
            <a:r>
              <a:rPr lang="en-US" sz="1800" dirty="0"/>
              <a:t> causes:</a:t>
            </a:r>
          </a:p>
          <a:p>
            <a:pPr algn="l"/>
            <a:r>
              <a:rPr lang="en-US" sz="1800" dirty="0"/>
              <a:t>⏱️ Delays in the migration process</a:t>
            </a:r>
          </a:p>
          <a:p>
            <a:pPr algn="l"/>
            <a:r>
              <a:rPr lang="en-US" sz="1800" dirty="0"/>
              <a:t>🔁 Rework cycles between source and validation teams</a:t>
            </a:r>
          </a:p>
          <a:p>
            <a:pPr algn="l"/>
            <a:r>
              <a:rPr lang="en-US" sz="1800" dirty="0"/>
              <a:t>📉 Poor migration success rates</a:t>
            </a:r>
          </a:p>
          <a:p>
            <a:pPr algn="l"/>
            <a:r>
              <a:rPr lang="en-US" sz="1800" dirty="0"/>
              <a:t>🚫 Bottlenecks in downstream automation</a:t>
            </a:r>
          </a:p>
          <a:p>
            <a:pPr algn="l"/>
            <a:endParaRPr lang="en-US" sz="1300" dirty="0"/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5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B304-1367-1741-0961-EA285213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CFABA-761B-C9C5-598D-52C63DC00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886" y="413657"/>
            <a:ext cx="9144000" cy="673779"/>
          </a:xfrm>
        </p:spPr>
        <p:txBody>
          <a:bodyPr>
            <a:normAutofit/>
          </a:bodyPr>
          <a:lstStyle/>
          <a:p>
            <a:r>
              <a:rPr lang="en-US" sz="3600" dirty="0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D1D26-395B-E556-5B6C-F2193F211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1447801"/>
            <a:ext cx="9144000" cy="5638800"/>
          </a:xfrm>
        </p:spPr>
        <p:txBody>
          <a:bodyPr>
            <a:normAutofit/>
          </a:bodyPr>
          <a:lstStyle/>
          <a:p>
            <a:pPr algn="l"/>
            <a:endParaRPr lang="en-US" sz="1300" dirty="0"/>
          </a:p>
          <a:p>
            <a:pPr algn="l"/>
            <a:endParaRPr lang="en-US" sz="1800" b="1" dirty="0"/>
          </a:p>
          <a:p>
            <a:pPr algn="l"/>
            <a:r>
              <a:rPr lang="en-US" sz="1800" dirty="0"/>
              <a:t>To build a </a:t>
            </a:r>
            <a:r>
              <a:rPr lang="en-US" sz="1800" b="1" dirty="0"/>
              <a:t>predictive and proactive validation mechanism</a:t>
            </a:r>
            <a:r>
              <a:rPr lang="en-US" sz="1800" dirty="0"/>
              <a:t> that:</a:t>
            </a:r>
          </a:p>
          <a:p>
            <a:pPr algn="l"/>
            <a:r>
              <a:rPr lang="en-US" sz="1800" dirty="0"/>
              <a:t>🚨 Flags potential data quality issues </a:t>
            </a:r>
            <a:r>
              <a:rPr lang="en-US" sz="1800" b="1" dirty="0"/>
              <a:t>before API calls</a:t>
            </a:r>
            <a:endParaRPr lang="en-US" sz="1800" dirty="0"/>
          </a:p>
          <a:p>
            <a:pPr algn="l"/>
            <a:r>
              <a:rPr lang="en-US" sz="1800" dirty="0"/>
              <a:t>📈 Reduces failure rates and manual intervention</a:t>
            </a:r>
          </a:p>
          <a:p>
            <a:pPr algn="l"/>
            <a:r>
              <a:rPr lang="en-US" sz="1800" dirty="0"/>
              <a:t>🧠 Uses scalable techniques like </a:t>
            </a:r>
            <a:r>
              <a:rPr lang="en-US" sz="1800" b="1" dirty="0"/>
              <a:t>rules, ML, and LLMs</a:t>
            </a:r>
            <a:endParaRPr lang="en-US" sz="1800" dirty="0"/>
          </a:p>
          <a:p>
            <a:pPr algn="l"/>
            <a:r>
              <a:rPr lang="en-US" sz="1800" dirty="0"/>
              <a:t>🔄 Learns and adapts as more data becomes available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8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51D7-5062-26E0-BB1E-0310FB782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046F-3A8F-BE83-90D6-EBBC7551A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343" y="359229"/>
            <a:ext cx="9144000" cy="1206116"/>
          </a:xfrm>
        </p:spPr>
        <p:txBody>
          <a:bodyPr>
            <a:normAutofit/>
          </a:bodyPr>
          <a:lstStyle/>
          <a:p>
            <a:r>
              <a:rPr lang="en-US" sz="3600" dirty="0"/>
              <a:t>Approach 1: 📘 </a:t>
            </a:r>
            <a:r>
              <a:rPr lang="en-US" sz="3600" b="1" dirty="0"/>
              <a:t>Rule-Based Engine (Deterministic)</a:t>
            </a:r>
            <a:endParaRPr lang="en-US" sz="36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18479C2-9E19-4CE8-384D-CD47F2DC42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73628" y="1998139"/>
            <a:ext cx="9808029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Implement a lightweight Python-based engine that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predefined rules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detect data quality issues (e.g., blank fields, invalid mobile numbers,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improper email formats) directly from the Excel input file.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Easy to set up, understand, and maintain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🛠 Rules: Mobile = 11 digits, email format check, no blanks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📂 Automatically </a:t>
            </a:r>
            <a:r>
              <a:rPr lang="en-US" altLang="en-US" sz="1800" dirty="0">
                <a:latin typeface="Arial" panose="020B0604020202020204" pitchFamily="34" charset="0"/>
              </a:rPr>
              <a:t>updates the EXCEPTION column in excel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82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7FC7-540B-4B96-20A5-8AB3FF56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1578-399A-93B4-A012-FBD57DC5F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Approach 2: 🤖 </a:t>
            </a:r>
            <a:r>
              <a:rPr lang="en-US" sz="3600" b="1" dirty="0"/>
              <a:t>Machine Learning Classifier (Supervised Learning)</a:t>
            </a:r>
            <a:endParaRPr lang="en-US" sz="36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F92B7C-588B-CA18-7859-11BEC3A1019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1889608"/>
            <a:ext cx="969894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baseline ML model (Random Forest / SGD Classifier) was trained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SAP records with exception labels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learn data quality patterns and predict exceptions on new records.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Learns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labeled exception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Predicts probable exception types before calling Kraken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📉 Improves over time as more data is added (retraining or online learning)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1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FE91E-C89F-CE17-2420-F8B1672B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72F8-A3B0-262C-1A22-99F5EFC21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/>
          </a:bodyPr>
          <a:lstStyle/>
          <a:p>
            <a:r>
              <a:rPr lang="en-US" sz="3600" dirty="0"/>
              <a:t>Approach 3: 🧠 LLM-Based Validation (</a:t>
            </a:r>
            <a:r>
              <a:rPr lang="en-US" sz="3600" dirty="0" err="1"/>
              <a:t>Groq</a:t>
            </a:r>
            <a:r>
              <a:rPr lang="en-US" sz="3600"/>
              <a:t>)</a:t>
            </a:r>
            <a:endParaRPr lang="en-US" sz="36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B080C7-99C0-0AD6-F790-DA07ED32B8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2389341"/>
            <a:ext cx="9829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Approach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a large language model to validate customer data dynamically without hardcoding rules.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🔹 How it works: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Cleaned customer data is passed row-by-row into an LLM (</a:t>
            </a:r>
            <a:r>
              <a:rPr lang="en-US" altLang="en-US" sz="1800" dirty="0" err="1">
                <a:latin typeface="Arial" panose="020B0604020202020204" pitchFamily="34" charset="0"/>
              </a:rPr>
              <a:t>Groq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LLM uses a prompt containing all validation rules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It returns a structured result: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"VALID"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or errors like "LAST_NAME_BLANK, INVALID_EMAIL_FORMAT"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Result is saved back into Excel under an EXCEPTION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474B0-166D-F6FA-7AA6-00E40067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3FF2-7AF6-F42F-8AB8-B0A97B053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3886" y="359229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Approach 4:      Agentic AI through Amethyst Studio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1E96C2F-51E9-E7FD-975C-644E52885EE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53886" y="2389341"/>
            <a:ext cx="9829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Approach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Create an agent in Amethyst Studio and provide instruction to them to analyze csv and generate exception for each row.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🔹 How it works: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Create an agent in Amethyst Studio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Write prompt to read csv file and generate exceptions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It returns a structured result: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"VALID"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	or errors like "LAST_NAME_BLANK, INVALID_EMAIL_FORMAT"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Result is saved back into Excel under an EXCEPTION column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utoShape 2" descr="Some image">
            <a:extLst>
              <a:ext uri="{FF2B5EF4-FFF2-40B4-BE49-F238E27FC236}">
                <a16:creationId xmlns:a16="http://schemas.microsoft.com/office/drawing/2014/main" id="{B9E9CA48-8686-146D-0D00-393EBB3A6C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5F904-209C-71F4-650A-6D80532D8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969" y="892629"/>
            <a:ext cx="488515" cy="48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13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3C7E8-C5BC-03DF-C7ED-8F2A23634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D1174-A67C-1812-24A5-55B334349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F75F368-41AE-42BD-D293-18F0A5D40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4090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3110</TotalTime>
  <Words>484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SAP Data migration  AI solution to check data quality </vt:lpstr>
      <vt:lpstr>📌  Context</vt:lpstr>
      <vt:lpstr>❗  Problem statement</vt:lpstr>
      <vt:lpstr>Objective</vt:lpstr>
      <vt:lpstr>Approach 1: 📘 Rule-Based Engine (Deterministic)</vt:lpstr>
      <vt:lpstr>Approach 2: 🤖 Machine Learning Classifier (Supervised Learning)</vt:lpstr>
      <vt:lpstr>Approach 3: 🧠 LLM-Based Validation (Groq)</vt:lpstr>
      <vt:lpstr>Approach 4:      Agentic AI through Amethyst Studio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Hiraman, Lochan</dc:creator>
  <cp:lastModifiedBy>Hiraman, Lochan</cp:lastModifiedBy>
  <cp:revision>3</cp:revision>
  <dcterms:created xsi:type="dcterms:W3CDTF">2025-08-04T08:38:29Z</dcterms:created>
  <dcterms:modified xsi:type="dcterms:W3CDTF">2025-12-03T12:33:17Z</dcterms:modified>
</cp:coreProperties>
</file>