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62" r:id="rId5"/>
    <p:sldId id="257" r:id="rId6"/>
    <p:sldId id="258" r:id="rId7"/>
    <p:sldId id="259" r:id="rId8"/>
    <p:sldId id="260" r:id="rId9"/>
    <p:sldId id="268" r:id="rId10"/>
    <p:sldId id="265" r:id="rId11"/>
    <p:sldId id="266" r:id="rId12"/>
    <p:sldId id="267" r:id="rId13"/>
    <p:sldId id="269" r:id="rId14"/>
    <p:sldId id="270" r:id="rId15"/>
    <p:sldId id="271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45846-16E4-40FC-9609-445E617A0061}" v="57" dt="2025-08-19T07:44:24.336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4660"/>
  </p:normalViewPr>
  <p:slideViewPr>
    <p:cSldViewPr snapToGrid="0">
      <p:cViewPr varScale="1">
        <p:scale>
          <a:sx n="51" d="100"/>
          <a:sy n="51" d="100"/>
        </p:scale>
        <p:origin x="9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aman, Lochan" userId="35d35d38-f397-4c93-9141-b9d9e9f1fd68" providerId="ADAL" clId="{1BF45846-16E4-40FC-9609-445E617A0061}"/>
    <pc:docChg chg="undo custSel addSld modSld sldOrd">
      <pc:chgData name="Hiraman, Lochan" userId="35d35d38-f397-4c93-9141-b9d9e9f1fd68" providerId="ADAL" clId="{1BF45846-16E4-40FC-9609-445E617A0061}" dt="2025-08-19T07:44:25.761" v="592" actId="962"/>
      <pc:docMkLst>
        <pc:docMk/>
      </pc:docMkLst>
      <pc:sldChg chg="modSp mod">
        <pc:chgData name="Hiraman, Lochan" userId="35d35d38-f397-4c93-9141-b9d9e9f1fd68" providerId="ADAL" clId="{1BF45846-16E4-40FC-9609-445E617A0061}" dt="2025-08-04T08:56:13.074" v="189" actId="1076"/>
        <pc:sldMkLst>
          <pc:docMk/>
          <pc:sldMk cId="1658868299" sldId="256"/>
        </pc:sldMkLst>
        <pc:spChg chg="mod">
          <ac:chgData name="Hiraman, Lochan" userId="35d35d38-f397-4c93-9141-b9d9e9f1fd68" providerId="ADAL" clId="{1BF45846-16E4-40FC-9609-445E617A0061}" dt="2025-08-04T08:56:13.074" v="189" actId="1076"/>
          <ac:spMkLst>
            <pc:docMk/>
            <pc:sldMk cId="1658868299" sldId="256"/>
            <ac:spMk id="2" creationId="{82646475-ADFC-2B6B-1EE2-B005B566A3B6}"/>
          </ac:spMkLst>
        </pc:spChg>
        <pc:spChg chg="mod">
          <ac:chgData name="Hiraman, Lochan" userId="35d35d38-f397-4c93-9141-b9d9e9f1fd68" providerId="ADAL" clId="{1BF45846-16E4-40FC-9609-445E617A0061}" dt="2025-08-04T08:56:07.712" v="188" actId="1076"/>
          <ac:spMkLst>
            <pc:docMk/>
            <pc:sldMk cId="1658868299" sldId="256"/>
            <ac:spMk id="3" creationId="{65DA80E6-8FD5-66C0-BF5A-5CDA1113574A}"/>
          </ac:spMkLst>
        </pc:spChg>
      </pc:sldChg>
      <pc:sldChg chg="addSp delSp modSp add mod">
        <pc:chgData name="Hiraman, Lochan" userId="35d35d38-f397-4c93-9141-b9d9e9f1fd68" providerId="ADAL" clId="{1BF45846-16E4-40FC-9609-445E617A0061}" dt="2025-08-04T08:59:07.532" v="279" actId="20577"/>
        <pc:sldMkLst>
          <pc:docMk/>
          <pc:sldMk cId="3402829397" sldId="257"/>
        </pc:sldMkLst>
        <pc:spChg chg="mod">
          <ac:chgData name="Hiraman, Lochan" userId="35d35d38-f397-4c93-9141-b9d9e9f1fd68" providerId="ADAL" clId="{1BF45846-16E4-40FC-9609-445E617A0061}" dt="2025-08-04T08:46:55.584" v="85" actId="20577"/>
          <ac:spMkLst>
            <pc:docMk/>
            <pc:sldMk cId="3402829397" sldId="257"/>
            <ac:spMk id="2" creationId="{5ECA046F-3A8F-BE83-90D6-EBBC7551A8B3}"/>
          </ac:spMkLst>
        </pc:spChg>
        <pc:spChg chg="add mod">
          <ac:chgData name="Hiraman, Lochan" userId="35d35d38-f397-4c93-9141-b9d9e9f1fd68" providerId="ADAL" clId="{1BF45846-16E4-40FC-9609-445E617A0061}" dt="2025-08-04T08:59:07.532" v="279" actId="20577"/>
          <ac:spMkLst>
            <pc:docMk/>
            <pc:sldMk cId="3402829397" sldId="257"/>
            <ac:spMk id="8" creationId="{D18479C2-9E19-4CE8-384D-CD47F2DC425B}"/>
          </ac:spMkLst>
        </pc:spChg>
      </pc:sldChg>
      <pc:sldChg chg="addSp delSp modSp add mod">
        <pc:chgData name="Hiraman, Lochan" userId="35d35d38-f397-4c93-9141-b9d9e9f1fd68" providerId="ADAL" clId="{1BF45846-16E4-40FC-9609-445E617A0061}" dt="2025-08-04T08:59:17.792" v="280" actId="20577"/>
        <pc:sldMkLst>
          <pc:docMk/>
          <pc:sldMk cId="3375814033" sldId="258"/>
        </pc:sldMkLst>
        <pc:spChg chg="mod">
          <ac:chgData name="Hiraman, Lochan" userId="35d35d38-f397-4c93-9141-b9d9e9f1fd68" providerId="ADAL" clId="{1BF45846-16E4-40FC-9609-445E617A0061}" dt="2025-08-04T08:47:19.774" v="90" actId="20577"/>
          <ac:spMkLst>
            <pc:docMk/>
            <pc:sldMk cId="3375814033" sldId="258"/>
            <ac:spMk id="2" creationId="{0A681578-399A-93B4-A012-FBD57DC5FF7C}"/>
          </ac:spMkLst>
        </pc:spChg>
        <pc:spChg chg="add mod">
          <ac:chgData name="Hiraman, Lochan" userId="35d35d38-f397-4c93-9141-b9d9e9f1fd68" providerId="ADAL" clId="{1BF45846-16E4-40FC-9609-445E617A0061}" dt="2025-08-04T08:59:17.792" v="280" actId="20577"/>
          <ac:spMkLst>
            <pc:docMk/>
            <pc:sldMk cId="3375814033" sldId="258"/>
            <ac:spMk id="4" creationId="{3CF92B7C-588B-CA18-7859-11BEC3A10195}"/>
          </ac:spMkLst>
        </pc:spChg>
      </pc:sldChg>
      <pc:sldChg chg="addSp delSp modSp add mod">
        <pc:chgData name="Hiraman, Lochan" userId="35d35d38-f397-4c93-9141-b9d9e9f1fd68" providerId="ADAL" clId="{1BF45846-16E4-40FC-9609-445E617A0061}" dt="2025-08-05T14:02:28.063" v="459" actId="20577"/>
        <pc:sldMkLst>
          <pc:docMk/>
          <pc:sldMk cId="48640207" sldId="259"/>
        </pc:sldMkLst>
        <pc:spChg chg="mod">
          <ac:chgData name="Hiraman, Lochan" userId="35d35d38-f397-4c93-9141-b9d9e9f1fd68" providerId="ADAL" clId="{1BF45846-16E4-40FC-9609-445E617A0061}" dt="2025-08-05T14:02:28.063" v="459" actId="20577"/>
          <ac:spMkLst>
            <pc:docMk/>
            <pc:sldMk cId="48640207" sldId="259"/>
            <ac:spMk id="2" creationId="{D1BC72F8-A3B0-262C-1A22-99F5EFC21F31}"/>
          </ac:spMkLst>
        </pc:spChg>
        <pc:spChg chg="add mod">
          <ac:chgData name="Hiraman, Lochan" userId="35d35d38-f397-4c93-9141-b9d9e9f1fd68" providerId="ADAL" clId="{1BF45846-16E4-40FC-9609-445E617A0061}" dt="2025-08-05T14:02:22.428" v="452" actId="20577"/>
          <ac:spMkLst>
            <pc:docMk/>
            <pc:sldMk cId="48640207" sldId="259"/>
            <ac:spMk id="8" creationId="{16B080C7-99C0-0AD6-F790-DA07ED32B806}"/>
          </ac:spMkLst>
        </pc:spChg>
      </pc:sldChg>
      <pc:sldChg chg="addSp delSp modSp add mod ord setBg">
        <pc:chgData name="Hiraman, Lochan" userId="35d35d38-f397-4c93-9141-b9d9e9f1fd68" providerId="ADAL" clId="{1BF45846-16E4-40FC-9609-445E617A0061}" dt="2025-08-06T04:15:10.161" v="489" actId="12385"/>
        <pc:sldMkLst>
          <pc:docMk/>
          <pc:sldMk cId="2258605435" sldId="260"/>
        </pc:sldMkLst>
        <pc:spChg chg="mod">
          <ac:chgData name="Hiraman, Lochan" userId="35d35d38-f397-4c93-9141-b9d9e9f1fd68" providerId="ADAL" clId="{1BF45846-16E4-40FC-9609-445E617A0061}" dt="2025-08-04T08:53:07.788" v="156" actId="26606"/>
          <ac:spMkLst>
            <pc:docMk/>
            <pc:sldMk cId="2258605435" sldId="260"/>
            <ac:spMk id="2" creationId="{C564DF70-F952-A3B0-9A33-638B9EDAA0E5}"/>
          </ac:spMkLst>
        </pc:spChg>
        <pc:graphicFrameChg chg="add mod modGraphic">
          <ac:chgData name="Hiraman, Lochan" userId="35d35d38-f397-4c93-9141-b9d9e9f1fd68" providerId="ADAL" clId="{1BF45846-16E4-40FC-9609-445E617A0061}" dt="2025-08-06T04:15:10.161" v="489" actId="12385"/>
          <ac:graphicFrameMkLst>
            <pc:docMk/>
            <pc:sldMk cId="2258605435" sldId="260"/>
            <ac:graphicFrameMk id="8" creationId="{155C8A7E-7088-3D3D-D30C-BA9C55EE57ED}"/>
          </ac:graphicFrameMkLst>
        </pc:graphicFrameChg>
      </pc:sldChg>
      <pc:sldChg chg="modSp add mod">
        <pc:chgData name="Hiraman, Lochan" userId="35d35d38-f397-4c93-9141-b9d9e9f1fd68" providerId="ADAL" clId="{1BF45846-16E4-40FC-9609-445E617A0061}" dt="2025-08-04T08:57:05.935" v="210" actId="1076"/>
        <pc:sldMkLst>
          <pc:docMk/>
          <pc:sldMk cId="2853858745" sldId="261"/>
        </pc:sldMkLst>
        <pc:spChg chg="mod">
          <ac:chgData name="Hiraman, Lochan" userId="35d35d38-f397-4c93-9141-b9d9e9f1fd68" providerId="ADAL" clId="{1BF45846-16E4-40FC-9609-445E617A0061}" dt="2025-08-04T08:57:05.935" v="210" actId="1076"/>
          <ac:spMkLst>
            <pc:docMk/>
            <pc:sldMk cId="2853858745" sldId="261"/>
            <ac:spMk id="2" creationId="{9A16FA34-465C-9EEE-637D-78C8B6716541}"/>
          </ac:spMkLst>
        </pc:spChg>
        <pc:spChg chg="mod">
          <ac:chgData name="Hiraman, Lochan" userId="35d35d38-f397-4c93-9141-b9d9e9f1fd68" providerId="ADAL" clId="{1BF45846-16E4-40FC-9609-445E617A0061}" dt="2025-08-04T08:57:02.516" v="209" actId="1076"/>
          <ac:spMkLst>
            <pc:docMk/>
            <pc:sldMk cId="2853858745" sldId="261"/>
            <ac:spMk id="3" creationId="{46794CA0-581E-F836-B09F-7733EB7CFE9B}"/>
          </ac:spMkLst>
        </pc:spChg>
      </pc:sldChg>
      <pc:sldChg chg="modSp add mod">
        <pc:chgData name="Hiraman, Lochan" userId="35d35d38-f397-4c93-9141-b9d9e9f1fd68" providerId="ADAL" clId="{1BF45846-16E4-40FC-9609-445E617A0061}" dt="2025-08-04T08:58:15.324" v="248" actId="1076"/>
        <pc:sldMkLst>
          <pc:docMk/>
          <pc:sldMk cId="718485004" sldId="262"/>
        </pc:sldMkLst>
        <pc:spChg chg="mod">
          <ac:chgData name="Hiraman, Lochan" userId="35d35d38-f397-4c93-9141-b9d9e9f1fd68" providerId="ADAL" clId="{1BF45846-16E4-40FC-9609-445E617A0061}" dt="2025-08-04T08:57:56.909" v="245" actId="1076"/>
          <ac:spMkLst>
            <pc:docMk/>
            <pc:sldMk cId="718485004" sldId="262"/>
            <ac:spMk id="2" creationId="{B92CFABA-761B-C9C5-598D-52C63DC00926}"/>
          </ac:spMkLst>
        </pc:spChg>
        <pc:spChg chg="mod">
          <ac:chgData name="Hiraman, Lochan" userId="35d35d38-f397-4c93-9141-b9d9e9f1fd68" providerId="ADAL" clId="{1BF45846-16E4-40FC-9609-445E617A0061}" dt="2025-08-04T08:58:15.324" v="248" actId="1076"/>
          <ac:spMkLst>
            <pc:docMk/>
            <pc:sldMk cId="718485004" sldId="262"/>
            <ac:spMk id="3" creationId="{D76D1D26-395B-E556-5B6C-F2193F2113C6}"/>
          </ac:spMkLst>
        </pc:spChg>
      </pc:sldChg>
      <pc:sldChg chg="addSp delSp modSp add mod ord">
        <pc:chgData name="Hiraman, Lochan" userId="35d35d38-f397-4c93-9141-b9d9e9f1fd68" providerId="ADAL" clId="{1BF45846-16E4-40FC-9609-445E617A0061}" dt="2025-08-04T09:04:08.126" v="353" actId="1076"/>
        <pc:sldMkLst>
          <pc:docMk/>
          <pc:sldMk cId="3764311283" sldId="263"/>
        </pc:sldMkLst>
        <pc:spChg chg="mod">
          <ac:chgData name="Hiraman, Lochan" userId="35d35d38-f397-4c93-9141-b9d9e9f1fd68" providerId="ADAL" clId="{1BF45846-16E4-40FC-9609-445E617A0061}" dt="2025-08-04T09:04:08.126" v="353" actId="1076"/>
          <ac:spMkLst>
            <pc:docMk/>
            <pc:sldMk cId="3764311283" sldId="263"/>
            <ac:spMk id="2" creationId="{A9737B54-E342-8821-86E7-CFEAC8AA6AE3}"/>
          </ac:spMkLst>
        </pc:spChg>
      </pc:sldChg>
      <pc:sldChg chg="addSp delSp modSp add mod setBg">
        <pc:chgData name="Hiraman, Lochan" userId="35d35d38-f397-4c93-9141-b9d9e9f1fd68" providerId="ADAL" clId="{1BF45846-16E4-40FC-9609-445E617A0061}" dt="2025-08-05T08:15:48.914" v="394" actId="26606"/>
        <pc:sldMkLst>
          <pc:docMk/>
          <pc:sldMk cId="154090212" sldId="264"/>
        </pc:sldMkLst>
        <pc:spChg chg="mod">
          <ac:chgData name="Hiraman, Lochan" userId="35d35d38-f397-4c93-9141-b9d9e9f1fd68" providerId="ADAL" clId="{1BF45846-16E4-40FC-9609-445E617A0061}" dt="2025-08-05T08:15:48.914" v="394" actId="26606"/>
          <ac:spMkLst>
            <pc:docMk/>
            <pc:sldMk cId="154090212" sldId="264"/>
            <ac:spMk id="2" creationId="{BB1D1174-A67C-1812-24A5-55B3343493E3}"/>
          </ac:spMkLst>
        </pc:spChg>
        <pc:spChg chg="add">
          <ac:chgData name="Hiraman, Lochan" userId="35d35d38-f397-4c93-9141-b9d9e9f1fd68" providerId="ADAL" clId="{1BF45846-16E4-40FC-9609-445E617A0061}" dt="2025-08-05T08:15:48.914" v="394" actId="26606"/>
          <ac:spMkLst>
            <pc:docMk/>
            <pc:sldMk cId="154090212" sldId="264"/>
            <ac:spMk id="9" creationId="{A3363022-C969-41E9-8EB2-E4C94908C1FA}"/>
          </ac:spMkLst>
        </pc:spChg>
        <pc:spChg chg="add">
          <ac:chgData name="Hiraman, Lochan" userId="35d35d38-f397-4c93-9141-b9d9e9f1fd68" providerId="ADAL" clId="{1BF45846-16E4-40FC-9609-445E617A0061}" dt="2025-08-05T08:15:48.914" v="394" actId="26606"/>
          <ac:spMkLst>
            <pc:docMk/>
            <pc:sldMk cId="154090212" sldId="264"/>
            <ac:spMk id="11" creationId="{8D1AD6B3-BE88-4CEB-BA17-790657CC4729}"/>
          </ac:spMkLst>
        </pc:spChg>
        <pc:grpChg chg="add">
          <ac:chgData name="Hiraman, Lochan" userId="35d35d38-f397-4c93-9141-b9d9e9f1fd68" providerId="ADAL" clId="{1BF45846-16E4-40FC-9609-445E617A0061}" dt="2025-08-05T08:15:48.914" v="394" actId="26606"/>
          <ac:grpSpMkLst>
            <pc:docMk/>
            <pc:sldMk cId="154090212" sldId="264"/>
            <ac:grpSpMk id="13" creationId="{89D1390B-7E13-4B4F-9CB2-391063412E54}"/>
          </ac:grpSpMkLst>
        </pc:grpChg>
        <pc:picChg chg="add">
          <ac:chgData name="Hiraman, Lochan" userId="35d35d38-f397-4c93-9141-b9d9e9f1fd68" providerId="ADAL" clId="{1BF45846-16E4-40FC-9609-445E617A0061}" dt="2025-08-05T08:15:48.914" v="394" actId="26606"/>
          <ac:picMkLst>
            <pc:docMk/>
            <pc:sldMk cId="154090212" sldId="264"/>
            <ac:picMk id="6" creationId="{DF75F368-41AE-42BD-D293-18F0A5D40FEA}"/>
          </ac:picMkLst>
        </pc:picChg>
      </pc:sldChg>
      <pc:sldChg chg="addSp delSp modSp add mod">
        <pc:chgData name="Hiraman, Lochan" userId="35d35d38-f397-4c93-9141-b9d9e9f1fd68" providerId="ADAL" clId="{1BF45846-16E4-40FC-9609-445E617A0061}" dt="2025-08-06T04:15:34.930" v="492" actId="1076"/>
        <pc:sldMkLst>
          <pc:docMk/>
          <pc:sldMk cId="3125065156" sldId="265"/>
        </pc:sldMkLst>
        <pc:spChg chg="mod">
          <ac:chgData name="Hiraman, Lochan" userId="35d35d38-f397-4c93-9141-b9d9e9f1fd68" providerId="ADAL" clId="{1BF45846-16E4-40FC-9609-445E617A0061}" dt="2025-08-06T04:15:32.119" v="491" actId="1076"/>
          <ac:spMkLst>
            <pc:docMk/>
            <pc:sldMk cId="3125065156" sldId="265"/>
            <ac:spMk id="2" creationId="{344945FB-AF2E-84F8-9E2D-021824790D25}"/>
          </ac:spMkLst>
        </pc:spChg>
        <pc:graphicFrameChg chg="add mod modGraphic">
          <ac:chgData name="Hiraman, Lochan" userId="35d35d38-f397-4c93-9141-b9d9e9f1fd68" providerId="ADAL" clId="{1BF45846-16E4-40FC-9609-445E617A0061}" dt="2025-08-06T04:15:34.930" v="492" actId="1076"/>
          <ac:graphicFrameMkLst>
            <pc:docMk/>
            <pc:sldMk cId="3125065156" sldId="265"/>
            <ac:graphicFrameMk id="3" creationId="{6D9C5BC8-712D-FA72-8B9D-0B44FA2773E1}"/>
          </ac:graphicFrameMkLst>
        </pc:graphicFrameChg>
      </pc:sldChg>
      <pc:sldChg chg="addSp delSp modSp add mod">
        <pc:chgData name="Hiraman, Lochan" userId="35d35d38-f397-4c93-9141-b9d9e9f1fd68" providerId="ADAL" clId="{1BF45846-16E4-40FC-9609-445E617A0061}" dt="2025-08-06T04:14:24.193" v="487" actId="12385"/>
        <pc:sldMkLst>
          <pc:docMk/>
          <pc:sldMk cId="2282850641" sldId="266"/>
        </pc:sldMkLst>
        <pc:spChg chg="mod">
          <ac:chgData name="Hiraman, Lochan" userId="35d35d38-f397-4c93-9141-b9d9e9f1fd68" providerId="ADAL" clId="{1BF45846-16E4-40FC-9609-445E617A0061}" dt="2025-08-06T04:13:09.358" v="481" actId="1076"/>
          <ac:spMkLst>
            <pc:docMk/>
            <pc:sldMk cId="2282850641" sldId="266"/>
            <ac:spMk id="2" creationId="{076BFEE5-3D34-84B4-17CD-9CA30B6278DD}"/>
          </ac:spMkLst>
        </pc:spChg>
        <pc:graphicFrameChg chg="add mod modGraphic">
          <ac:chgData name="Hiraman, Lochan" userId="35d35d38-f397-4c93-9141-b9d9e9f1fd68" providerId="ADAL" clId="{1BF45846-16E4-40FC-9609-445E617A0061}" dt="2025-08-06T04:14:24.193" v="487" actId="12385"/>
          <ac:graphicFrameMkLst>
            <pc:docMk/>
            <pc:sldMk cId="2282850641" sldId="266"/>
            <ac:graphicFrameMk id="4" creationId="{D7D436AB-865F-0F0C-624B-926C16885E00}"/>
          </ac:graphicFrameMkLst>
        </pc:graphicFrameChg>
      </pc:sldChg>
      <pc:sldChg chg="addSp delSp modSp new mod">
        <pc:chgData name="Hiraman, Lochan" userId="35d35d38-f397-4c93-9141-b9d9e9f1fd68" providerId="ADAL" clId="{1BF45846-16E4-40FC-9609-445E617A0061}" dt="2025-08-06T04:17:00.735" v="497" actId="12385"/>
        <pc:sldMkLst>
          <pc:docMk/>
          <pc:sldMk cId="3856252732" sldId="267"/>
        </pc:sldMkLst>
        <pc:spChg chg="mod">
          <ac:chgData name="Hiraman, Lochan" userId="35d35d38-f397-4c93-9141-b9d9e9f1fd68" providerId="ADAL" clId="{1BF45846-16E4-40FC-9609-445E617A0061}" dt="2025-08-06T04:16:33.655" v="494"/>
          <ac:spMkLst>
            <pc:docMk/>
            <pc:sldMk cId="3856252732" sldId="267"/>
            <ac:spMk id="2" creationId="{3744812C-E623-476D-9D2A-3AC2F45CD954}"/>
          </ac:spMkLst>
        </pc:spChg>
        <pc:graphicFrameChg chg="add mod modGraphic">
          <ac:chgData name="Hiraman, Lochan" userId="35d35d38-f397-4c93-9141-b9d9e9f1fd68" providerId="ADAL" clId="{1BF45846-16E4-40FC-9609-445E617A0061}" dt="2025-08-06T04:17:00.735" v="497" actId="12385"/>
          <ac:graphicFrameMkLst>
            <pc:docMk/>
            <pc:sldMk cId="3856252732" sldId="267"/>
            <ac:graphicFrameMk id="4" creationId="{82E0AFA3-DA01-0303-F9A3-8BD98F066CDF}"/>
          </ac:graphicFrameMkLst>
        </pc:graphicFrameChg>
      </pc:sldChg>
      <pc:sldChg chg="addSp delSp modSp add mod">
        <pc:chgData name="Hiraman, Lochan" userId="35d35d38-f397-4c93-9141-b9d9e9f1fd68" providerId="ADAL" clId="{1BF45846-16E4-40FC-9609-445E617A0061}" dt="2025-08-18T11:55:45.313" v="579" actId="1076"/>
        <pc:sldMkLst>
          <pc:docMk/>
          <pc:sldMk cId="2579377484" sldId="268"/>
        </pc:sldMkLst>
        <pc:spChg chg="mod">
          <ac:chgData name="Hiraman, Lochan" userId="35d35d38-f397-4c93-9141-b9d9e9f1fd68" providerId="ADAL" clId="{1BF45846-16E4-40FC-9609-445E617A0061}" dt="2025-08-06T04:20:59.544" v="542" actId="20577"/>
          <ac:spMkLst>
            <pc:docMk/>
            <pc:sldMk cId="2579377484" sldId="268"/>
            <ac:spMk id="2" creationId="{1311F663-4532-EBB3-DD2A-557C48A5D6A6}"/>
          </ac:spMkLst>
        </pc:spChg>
        <pc:graphicFrameChg chg="add del mod modGraphic">
          <ac:chgData name="Hiraman, Lochan" userId="35d35d38-f397-4c93-9141-b9d9e9f1fd68" providerId="ADAL" clId="{1BF45846-16E4-40FC-9609-445E617A0061}" dt="2025-08-18T11:38:10.146" v="545" actId="478"/>
          <ac:graphicFrameMkLst>
            <pc:docMk/>
            <pc:sldMk cId="2579377484" sldId="268"/>
            <ac:graphicFrameMk id="3" creationId="{6B5715CC-0342-0A68-91C0-A5BE645D7FAE}"/>
          </ac:graphicFrameMkLst>
        </pc:graphicFrameChg>
        <pc:graphicFrameChg chg="add del mod modGraphic">
          <ac:chgData name="Hiraman, Lochan" userId="35d35d38-f397-4c93-9141-b9d9e9f1fd68" providerId="ADAL" clId="{1BF45846-16E4-40FC-9609-445E617A0061}" dt="2025-08-18T11:52:49.651" v="557" actId="478"/>
          <ac:graphicFrameMkLst>
            <pc:docMk/>
            <pc:sldMk cId="2579377484" sldId="268"/>
            <ac:graphicFrameMk id="4" creationId="{03A20C24-3DEE-2EC1-545C-6DBCECDC9146}"/>
          </ac:graphicFrameMkLst>
        </pc:graphicFrameChg>
        <pc:graphicFrameChg chg="add mod modGraphic">
          <ac:chgData name="Hiraman, Lochan" userId="35d35d38-f397-4c93-9141-b9d9e9f1fd68" providerId="ADAL" clId="{1BF45846-16E4-40FC-9609-445E617A0061}" dt="2025-08-18T11:55:45.313" v="579" actId="1076"/>
          <ac:graphicFrameMkLst>
            <pc:docMk/>
            <pc:sldMk cId="2579377484" sldId="268"/>
            <ac:graphicFrameMk id="5" creationId="{AA664702-974D-239D-6B4F-D2BFCF4CA8E4}"/>
          </ac:graphicFrameMkLst>
        </pc:graphicFrameChg>
      </pc:sldChg>
      <pc:sldChg chg="addSp modSp new mod">
        <pc:chgData name="Hiraman, Lochan" userId="35d35d38-f397-4c93-9141-b9d9e9f1fd68" providerId="ADAL" clId="{1BF45846-16E4-40FC-9609-445E617A0061}" dt="2025-08-19T05:25:11.157" v="582" actId="27614"/>
        <pc:sldMkLst>
          <pc:docMk/>
          <pc:sldMk cId="2248302854" sldId="269"/>
        </pc:sldMkLst>
        <pc:picChg chg="add mod">
          <ac:chgData name="Hiraman, Lochan" userId="35d35d38-f397-4c93-9141-b9d9e9f1fd68" providerId="ADAL" clId="{1BF45846-16E4-40FC-9609-445E617A0061}" dt="2025-08-19T05:25:11.157" v="582" actId="27614"/>
          <ac:picMkLst>
            <pc:docMk/>
            <pc:sldMk cId="2248302854" sldId="269"/>
            <ac:picMk id="3" creationId="{CC886034-CFE4-EFFB-DA5A-1F6EF32A750E}"/>
          </ac:picMkLst>
        </pc:picChg>
      </pc:sldChg>
      <pc:sldChg chg="addSp modSp new mod setBg">
        <pc:chgData name="Hiraman, Lochan" userId="35d35d38-f397-4c93-9141-b9d9e9f1fd68" providerId="ADAL" clId="{1BF45846-16E4-40FC-9609-445E617A0061}" dt="2025-08-19T06:29:49.076" v="588" actId="14100"/>
        <pc:sldMkLst>
          <pc:docMk/>
          <pc:sldMk cId="177627579" sldId="270"/>
        </pc:sldMkLst>
        <pc:picChg chg="add mod">
          <ac:chgData name="Hiraman, Lochan" userId="35d35d38-f397-4c93-9141-b9d9e9f1fd68" providerId="ADAL" clId="{1BF45846-16E4-40FC-9609-445E617A0061}" dt="2025-08-19T06:29:49.076" v="588" actId="14100"/>
          <ac:picMkLst>
            <pc:docMk/>
            <pc:sldMk cId="177627579" sldId="270"/>
            <ac:picMk id="3" creationId="{4B43008F-12A3-AE03-5E83-665A906CA12F}"/>
          </ac:picMkLst>
        </pc:picChg>
      </pc:sldChg>
      <pc:sldChg chg="addSp modSp new mod">
        <pc:chgData name="Hiraman, Lochan" userId="35d35d38-f397-4c93-9141-b9d9e9f1fd68" providerId="ADAL" clId="{1BF45846-16E4-40FC-9609-445E617A0061}" dt="2025-08-19T07:44:25.761" v="592" actId="962"/>
        <pc:sldMkLst>
          <pc:docMk/>
          <pc:sldMk cId="4075938597" sldId="271"/>
        </pc:sldMkLst>
        <pc:picChg chg="add mod">
          <ac:chgData name="Hiraman, Lochan" userId="35d35d38-f397-4c93-9141-b9d9e9f1fd68" providerId="ADAL" clId="{1BF45846-16E4-40FC-9609-445E617A0061}" dt="2025-08-19T07:44:25.761" v="592" actId="962"/>
          <ac:picMkLst>
            <pc:docMk/>
            <pc:sldMk cId="4075938597" sldId="271"/>
            <ac:picMk id="3" creationId="{B0446996-267D-C3F2-8FEA-FA5C02A20F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3205-9676-5FC1-0F3A-0004C7577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FD5F3-CC89-012E-6978-C248B2B8A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16533-7BF7-1D99-E1B7-A5BC7D73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D5DF8-6D1D-7D65-4ADC-F6EE0407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2817A-059D-8572-C2D5-5EC8A5ED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2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B454-D358-5600-AE30-076C9582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1FE0-41CD-E221-D191-6ED18792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7C85-9974-E038-AC63-B1B7ED0A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F7DD5-F1AA-C48B-39EB-935EA47C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F813F-16AC-024C-79EB-B59141F6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9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6949-C969-4622-34C9-436DD67F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3D6C-1314-2DB8-F691-D4950A84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5584-7D9C-E0AB-DFCB-B01BD337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05CF-C193-ECA8-5D50-51ECF316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8F0E-441F-3F56-BDD2-4463DAD3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6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F8C6-693C-D677-3896-1CD7618F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792C-8A28-9473-EEDE-DBDC778E9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72984-7D02-1F0A-3A57-1795127E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645A6-D50A-14BA-348C-F4758725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1995-6949-98B9-A67D-6D4C1140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CF357-A593-303C-FD31-A4FC25E3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319D-5226-61B7-9C85-0587441E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A0D7F-A802-856F-C3B7-1B6ADF206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B3ED-0C81-2239-AB2D-B89E2453B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9BC8C-70FD-5C3F-4FBC-2B44D6071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682BC-4147-0838-9452-401C3D306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040CB-2E5D-B790-AB9D-8AFFFDE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83C19-A529-DA14-F095-66C73FB0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FC4B5-DDD1-0131-A281-0495439B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F136-4822-161E-5894-A6DD898B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FF513-23F4-6714-73DB-B075EE66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CA414-FCF2-8BA0-E959-DDD2D23E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9E863-A0C6-3842-6D2D-F844016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8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29756-F176-6FD4-0456-132FB762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8ECA6-2C55-AEEE-8EA0-3363FF1D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CD60C-E8CE-3CDF-EF57-0432F061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8E0-CD75-A275-CEE0-6B2DBA8D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7D97-3212-6707-C50D-B549A9C6A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AC226-A370-AB69-548B-015489E1D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E105B-C48A-ECC2-B46C-928DB26D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F54A4-A3E2-EEB3-6BF3-7FD3DC54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6B185-A335-ABA1-8C33-EFAD50F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8A1F-8EDD-0FA1-78CC-034AC1FD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DEDCE-8AB1-2C96-18BE-DAB6B886B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15AF-130A-4929-3525-474CA3DF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C044E-522B-695C-8E86-C656BF5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991E-CFEF-0986-9E67-FE6B61E4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BCFF-E95E-6F2D-F9C2-1B80050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2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104A-7081-188C-1CAF-C339A36D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7460-2159-91E7-C297-4EBE77B00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D19E3-D882-369A-190F-AE8A610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7115-3398-04D4-CE1E-C779DB1E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FBE5-F9F3-4A88-8D43-E1DA82F9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BD535-ECA6-FDD5-0D41-067F9CD9B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204D-A17A-CDF4-4865-743E8FC9B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2ED5E-0146-BBFF-770B-2106AB93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BA50-62F0-CEF4-C7A7-5C226D14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B4CB1-B131-DFA3-9496-A96A07C6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8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F7113-CF32-BF61-9BE1-2FF994BB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B679D-6E5F-703F-39D3-E4B4DE944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DAAB-BE4D-432C-BEA1-369682E46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00A5-167C-46E4-94A3-AB56977DF3BE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2324-12E2-3F54-7FCD-E0C1724EA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78A3-8B3D-3C9B-4ECF-F3CD83CE1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D49B-415F-7C15-3B00-962FE773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7B54-E342-8821-86E7-CFEAC8AA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943" y="1817914"/>
            <a:ext cx="9144000" cy="193652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SAP Data migration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AI solution to check data quality</a:t>
            </a:r>
            <a:br>
              <a:rPr lang="en-US" sz="3600" b="1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431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6475-ADFC-2B6B-1EE2-B005B566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664029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📌  </a:t>
            </a:r>
            <a:r>
              <a:rPr lang="en-US" sz="3600" dirty="0"/>
              <a:t>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A80E6-8FD5-66C0-BF5A-5CDA11135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85" y="2133600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b="1" dirty="0"/>
          </a:p>
          <a:p>
            <a:pPr algn="l"/>
            <a:r>
              <a:rPr lang="en-US" sz="1800" dirty="0"/>
              <a:t>During data migration from SAP to a new system, the receiving APIs (Kraken APIs) enforce strict data quality checks and raise </a:t>
            </a:r>
            <a:r>
              <a:rPr lang="en-US" sz="1800" b="1" dirty="0"/>
              <a:t>exceptions</a:t>
            </a:r>
            <a:r>
              <a:rPr lang="en-US" sz="1800" dirty="0"/>
              <a:t> for bad or incomplete data, such as:</a:t>
            </a:r>
          </a:p>
          <a:p>
            <a:pPr algn="l"/>
            <a:r>
              <a:rPr lang="en-US" sz="1800" dirty="0"/>
              <a:t>Invalid mobile numbers</a:t>
            </a:r>
          </a:p>
          <a:p>
            <a:pPr algn="l"/>
            <a:r>
              <a:rPr lang="en-US" sz="1800" dirty="0"/>
              <a:t>Improper email formats</a:t>
            </a:r>
          </a:p>
          <a:p>
            <a:pPr algn="l"/>
            <a:r>
              <a:rPr lang="en-US" sz="1800" dirty="0"/>
              <a:t>Names with special characters or digits</a:t>
            </a:r>
          </a:p>
          <a:p>
            <a:pPr algn="l"/>
            <a:r>
              <a:rPr lang="en-US" sz="1800" dirty="0"/>
              <a:t>Blank required fields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6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3532-00F7-FE3B-8D9A-EE4713E3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FA34-465C-9EEE-637D-78C8B6716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9" y="555171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❗  </a:t>
            </a:r>
            <a:r>
              <a:rPr lang="en-US" sz="36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94CA0-581E-F836-B09F-7733EB7C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057" y="1817914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300" b="1" dirty="0"/>
          </a:p>
          <a:p>
            <a:pPr algn="l"/>
            <a:r>
              <a:rPr lang="en-US" sz="1800" dirty="0"/>
              <a:t>Manually identifying and fixing these issues </a:t>
            </a:r>
            <a:r>
              <a:rPr lang="en-US" sz="1800" b="1" dirty="0"/>
              <a:t>after API rejection</a:t>
            </a:r>
            <a:r>
              <a:rPr lang="en-US" sz="1800" dirty="0"/>
              <a:t> causes:</a:t>
            </a:r>
          </a:p>
          <a:p>
            <a:pPr algn="l"/>
            <a:r>
              <a:rPr lang="en-US" sz="1800" dirty="0"/>
              <a:t>⏱️ Delays in the migration process</a:t>
            </a:r>
          </a:p>
          <a:p>
            <a:pPr algn="l"/>
            <a:r>
              <a:rPr lang="en-US" sz="1800" dirty="0"/>
              <a:t>🔁 Rework cycles between source and validation teams</a:t>
            </a:r>
          </a:p>
          <a:p>
            <a:pPr algn="l"/>
            <a:r>
              <a:rPr lang="en-US" sz="1800" dirty="0"/>
              <a:t>📉 Poor migration success rates</a:t>
            </a:r>
          </a:p>
          <a:p>
            <a:pPr algn="l"/>
            <a:r>
              <a:rPr lang="en-US" sz="1800" dirty="0"/>
              <a:t>🚫 Bottlenecks in downstream automation</a:t>
            </a:r>
          </a:p>
          <a:p>
            <a:pPr algn="l"/>
            <a:endParaRPr lang="en-US" sz="1300" dirty="0"/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5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B304-1367-1741-0961-EA285213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FABA-761B-C9C5-598D-52C63DC00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886" y="413657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D1D26-395B-E556-5B6C-F2193F211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1447801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800" b="1" dirty="0"/>
          </a:p>
          <a:p>
            <a:pPr algn="l"/>
            <a:r>
              <a:rPr lang="en-US" sz="1800" dirty="0"/>
              <a:t>To build a </a:t>
            </a:r>
            <a:r>
              <a:rPr lang="en-US" sz="1800" b="1" dirty="0"/>
              <a:t>predictive and proactive validation mechanism</a:t>
            </a:r>
            <a:r>
              <a:rPr lang="en-US" sz="1800" dirty="0"/>
              <a:t> that:</a:t>
            </a:r>
          </a:p>
          <a:p>
            <a:pPr algn="l"/>
            <a:r>
              <a:rPr lang="en-US" sz="1800" dirty="0"/>
              <a:t>🚨 Flags potential data quality issues </a:t>
            </a:r>
            <a:r>
              <a:rPr lang="en-US" sz="1800" b="1" dirty="0"/>
              <a:t>before API calls</a:t>
            </a:r>
            <a:endParaRPr lang="en-US" sz="1800" dirty="0"/>
          </a:p>
          <a:p>
            <a:pPr algn="l"/>
            <a:r>
              <a:rPr lang="en-US" sz="1800" dirty="0"/>
              <a:t>📈 Reduces failure rates and manual intervention</a:t>
            </a:r>
          </a:p>
          <a:p>
            <a:pPr algn="l"/>
            <a:r>
              <a:rPr lang="en-US" sz="1800" dirty="0"/>
              <a:t>🧠 Uses scalable techniques like </a:t>
            </a:r>
            <a:r>
              <a:rPr lang="en-US" sz="1800" b="1" dirty="0"/>
              <a:t>rules, ML, and LLMs</a:t>
            </a:r>
            <a:endParaRPr lang="en-US" sz="1800" dirty="0"/>
          </a:p>
          <a:p>
            <a:pPr algn="l"/>
            <a:r>
              <a:rPr lang="en-US" sz="1800" dirty="0"/>
              <a:t>🔄 Learns and adapts as more data becomes available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8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51D7-5062-26E0-BB1E-0310FB78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046F-3A8F-BE83-90D6-EBBC7551A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343" y="359229"/>
            <a:ext cx="9144000" cy="1206116"/>
          </a:xfrm>
        </p:spPr>
        <p:txBody>
          <a:bodyPr>
            <a:normAutofit/>
          </a:bodyPr>
          <a:lstStyle/>
          <a:p>
            <a:r>
              <a:rPr lang="en-US" sz="3600" dirty="0"/>
              <a:t>Approach 1: 📘 </a:t>
            </a:r>
            <a:r>
              <a:rPr lang="en-US" sz="3600" b="1" dirty="0"/>
              <a:t>Rule-Based Engine (Deterministic)</a:t>
            </a:r>
            <a:endParaRPr lang="en-US" sz="36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18479C2-9E19-4CE8-384D-CD47F2DC42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73628" y="1998139"/>
            <a:ext cx="9808029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 a lightweight Python-based engine that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predefined rules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data quality issues (e.g., blank fields, invalid mobile numbers,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improper email formats) directly from the Excel input file.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Easy to set up, understand, and maintain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Rules: Mobile = 11 digits, email format check, no blanks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📂 Automatically </a:t>
            </a:r>
            <a:r>
              <a:rPr lang="en-US" altLang="en-US" sz="1800" dirty="0">
                <a:latin typeface="Arial" panose="020B0604020202020204" pitchFamily="34" charset="0"/>
              </a:rPr>
              <a:t>updates the EXCEPTION column in excel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2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7FC7-540B-4B96-20A5-8AB3FF56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1578-399A-93B4-A012-FBD57DC5F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Approach 2: 🤖 </a:t>
            </a:r>
            <a:r>
              <a:rPr lang="en-US" sz="3600" b="1" dirty="0"/>
              <a:t>Machine Learning Classifier (Supervised Learning)</a:t>
            </a:r>
            <a:endParaRPr lang="en-US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F92B7C-588B-CA18-7859-11BEC3A101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1889608"/>
            <a:ext cx="969894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baseline ML model (Random Forest / SGD Classifier) was 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SAP records with exception labels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learn data quality patterns and predict exceptions on new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Learns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labeled exception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Predicts probable exception types before calling Kraken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Improves over time as more data is added (retraining or online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1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E91E-C89F-CE17-2420-F8B1672B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72F8-A3B0-262C-1A22-99F5EFC21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/>
              <a:t>Approach 3: 🧠 LLM-Based Validation (</a:t>
            </a:r>
            <a:r>
              <a:rPr lang="en-US" sz="3600" dirty="0" err="1"/>
              <a:t>Groq</a:t>
            </a:r>
            <a:r>
              <a:rPr lang="en-US" sz="3600"/>
              <a:t>)</a:t>
            </a:r>
            <a:endParaRPr lang="en-US" sz="36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B080C7-99C0-0AD6-F790-DA07ED32B8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2389341"/>
            <a:ext cx="9829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Approach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 large language model to validate customer data dynamically without hardcoding rules.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🔹 How it works: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Cleaned customer data is passed row-by-row into an LLM (</a:t>
            </a:r>
            <a:r>
              <a:rPr lang="en-US" altLang="en-US" sz="1800" dirty="0" err="1">
                <a:latin typeface="Arial" panose="020B0604020202020204" pitchFamily="34" charset="0"/>
              </a:rPr>
              <a:t>Groq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LLM uses a prompt containing all validation rules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returns a structured result: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"VALID"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or errors like "LAST_NAME_BLANK, INVALID_EMAIL_FORMAT"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Result is saved back into Excel under an EXCEPTION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7212-7393-2CB7-0D55-A103FE9B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DF70-F952-A3B0-9A33-638B9EDAA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257" y="0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/>
              <a:t>Comparison</a:t>
            </a:r>
            <a:endParaRPr lang="en-US" sz="36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5C8A7E-7088-3D3D-D30C-BA9C55EE5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17730"/>
              </p:ext>
            </p:extLst>
          </p:nvPr>
        </p:nvGraphicFramePr>
        <p:xfrm>
          <a:off x="1643743" y="816429"/>
          <a:ext cx="9252856" cy="5410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313214">
                  <a:extLst>
                    <a:ext uri="{9D8B030D-6E8A-4147-A177-3AD203B41FA5}">
                      <a16:colId xmlns:a16="http://schemas.microsoft.com/office/drawing/2014/main" val="259629127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137048624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3351518045"/>
                    </a:ext>
                  </a:extLst>
                </a:gridCol>
                <a:gridCol w="2313214">
                  <a:extLst>
                    <a:ext uri="{9D8B030D-6E8A-4147-A177-3AD203B41FA5}">
                      <a16:colId xmlns:a16="http://schemas.microsoft.com/office/drawing/2014/main" val="1886129215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Feature / Approach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Rule-Based Engine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ML Classifier Model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LLM-Based (Qwen/</a:t>
                      </a:r>
                      <a:r>
                        <a:rPr lang="en-US" sz="1300" b="1" dirty="0" err="1"/>
                        <a:t>Groq</a:t>
                      </a:r>
                      <a:r>
                        <a:rPr lang="en-US" sz="1300" b="1" dirty="0"/>
                        <a:t>)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995310416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Setup Complexity</a:t>
                      </a:r>
                      <a:endParaRPr lang="en-US" sz="13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Simple if rules are clear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Medium (feature engineering, labels)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Easy logic via prompt, needs tuning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93192451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Adaptability to Change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❌ Manual updates to code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Needs retraining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Just update the prompt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882961775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 dirty="0"/>
                        <a:t>Scalability</a:t>
                      </a:r>
                      <a:endParaRPr lang="en-US" sz="13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Harder with many rules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Scales with data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Scales well via prompt logic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07203775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Accuracy (Structured)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High if rules are exact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Good after training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High for defined prompts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972908287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Explainability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Very clear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Medium (model insight)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Clear, with language-based errors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168478889"/>
                  </a:ext>
                </a:extLst>
              </a:tr>
              <a:tr h="308605">
                <a:tc>
                  <a:txBody>
                    <a:bodyPr/>
                    <a:lstStyle/>
                    <a:p>
                      <a:r>
                        <a:rPr lang="en-US" sz="1300" b="1"/>
                        <a:t>Real-time Prediction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Yes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✅ Yes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Slightly slower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01383876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Maintenance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Frequent code changes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Retraining needed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Prompt-only changes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287223076"/>
                  </a:ext>
                </a:extLst>
              </a:tr>
              <a:tr h="773435">
                <a:tc>
                  <a:txBody>
                    <a:bodyPr/>
                    <a:lstStyle/>
                    <a:p>
                      <a:r>
                        <a:rPr lang="en-US" sz="1300" b="1"/>
                        <a:t>Cost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Very low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Moderate (compute for training)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Free for now (Qwen), but LLM tokens may cost later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57554366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300" b="1"/>
                        <a:t>TCO (Total Cost of Ownership)</a:t>
                      </a:r>
                      <a:endParaRPr lang="en-US" sz="13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✅ Lowest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⚠️ Medium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⚠️ Low today; may increase with scale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46408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60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2789-53E3-6444-B9A4-9AC34B4C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F663-4532-EBB3-DD2A-557C48A5D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257" y="423796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dirty="0"/>
              <a:t>Cost Comparison between 3 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664702-974D-239D-6B4F-D2BFCF4CA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80765"/>
              </p:ext>
            </p:extLst>
          </p:nvPr>
        </p:nvGraphicFramePr>
        <p:xfrm>
          <a:off x="1527978" y="1711046"/>
          <a:ext cx="8217272" cy="451598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73896">
                  <a:extLst>
                    <a:ext uri="{9D8B030D-6E8A-4147-A177-3AD203B41FA5}">
                      <a16:colId xmlns:a16="http://schemas.microsoft.com/office/drawing/2014/main" val="2729271643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1147494118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927140704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545910869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2837338000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595684804"/>
                    </a:ext>
                  </a:extLst>
                </a:gridCol>
                <a:gridCol w="1173896">
                  <a:extLst>
                    <a:ext uri="{9D8B030D-6E8A-4147-A177-3AD203B41FA5}">
                      <a16:colId xmlns:a16="http://schemas.microsoft.com/office/drawing/2014/main" val="3079160022"/>
                    </a:ext>
                  </a:extLst>
                </a:gridCol>
              </a:tblGrid>
              <a:tr h="708078">
                <a:tc>
                  <a:txBody>
                    <a:bodyPr/>
                    <a:lstStyle/>
                    <a:p>
                      <a:r>
                        <a:rPr lang="en-US" sz="1200" dirty="0"/>
                        <a:t>Approach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Tech Stack Used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Infra Needed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Per-Use Cost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Scaling Cost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Time to Process (6K rows)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Suitable For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60479503"/>
                  </a:ext>
                </a:extLst>
              </a:tr>
              <a:tr h="1137552">
                <a:tc>
                  <a:txBody>
                    <a:bodyPr/>
                    <a:lstStyle/>
                    <a:p>
                      <a:r>
                        <a:rPr lang="en-US" sz="1200" b="1" dirty="0"/>
                        <a:t>Rule-Based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Local CPU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Free</a:t>
                      </a:r>
                      <a:endParaRPr lang="en-US" sz="12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Seconds–few mins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Deterministic validations (blank fields, regex, length checks)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1409294"/>
                  </a:ext>
                </a:extLst>
              </a:tr>
              <a:tr h="1518681">
                <a:tc>
                  <a:txBody>
                    <a:bodyPr/>
                    <a:lstStyle/>
                    <a:p>
                      <a:r>
                        <a:rPr lang="en-US" sz="1200" b="1" dirty="0"/>
                        <a:t>ML (Classical)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  <a:p>
                      <a:endParaRPr lang="en-US" sz="1200" b="1" dirty="0"/>
                    </a:p>
                    <a:p>
                      <a:r>
                        <a:rPr lang="en-US" sz="1200" b="1" dirty="0"/>
                        <a:t>Random Forest (scikit-learn 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Local CPU or small cloud VM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Free (local)</a:t>
                      </a:r>
                      <a:r>
                        <a:rPr lang="en-US" sz="1200" dirty="0"/>
                        <a:t> / Low (cloud)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 (batch jobs)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Few mins for 6K rows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Pattern detection, anomaly detection, probabilistic classification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531499781"/>
                  </a:ext>
                </a:extLst>
              </a:tr>
              <a:tr h="1137552">
                <a:tc>
                  <a:txBody>
                    <a:bodyPr/>
                    <a:lstStyle/>
                    <a:p>
                      <a:r>
                        <a:rPr lang="en-US" sz="1200" b="1" dirty="0"/>
                        <a:t>LLM-Based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Python (pandas, re, </a:t>
                      </a:r>
                      <a:r>
                        <a:rPr lang="en-US" sz="1200" dirty="0" err="1"/>
                        <a:t>openpyxl</a:t>
                      </a:r>
                      <a:r>
                        <a:rPr lang="en-US" sz="1200" dirty="0"/>
                        <a:t>)</a:t>
                      </a:r>
                    </a:p>
                    <a:p>
                      <a:endParaRPr lang="en-US" sz="1200" b="1" dirty="0"/>
                    </a:p>
                    <a:p>
                      <a:r>
                        <a:rPr lang="en-US" sz="1200" b="1" dirty="0" err="1"/>
                        <a:t>Groq</a:t>
                      </a:r>
                      <a:r>
                        <a:rPr lang="en-US" sz="1200" b="1" dirty="0"/>
                        <a:t> (</a:t>
                      </a:r>
                      <a:r>
                        <a:rPr lang="en-US" sz="1200" b="1" dirty="0" err="1"/>
                        <a:t>LLaMA</a:t>
                      </a:r>
                      <a:r>
                        <a:rPr lang="en-US" sz="1200" b="1" dirty="0"/>
                        <a:t>/Qwen)</a:t>
                      </a:r>
                      <a:endParaRPr lang="en-US" sz="12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Groq API (GPU infra)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Medium–High (depends on rows * tokens)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10–20 min for 6K rows (rate-limits apply)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Fuzzy rules, reasoning, context-based validation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71613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37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317F-2386-2AF9-1C53-424AAF083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45FB-AF2E-84F8-9E2D-021824790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0"/>
            <a:ext cx="9144000" cy="869723"/>
          </a:xfrm>
        </p:spPr>
        <p:txBody>
          <a:bodyPr>
            <a:normAutofit/>
          </a:bodyPr>
          <a:lstStyle/>
          <a:p>
            <a:r>
              <a:rPr lang="en-US" sz="2800" dirty="0"/>
              <a:t>🧾 Cost &amp; Performance Comparison Table (w/ Sample Pricing)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9C5BC8-712D-FA72-8B9D-0B44FA277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8261"/>
              </p:ext>
            </p:extLst>
          </p:nvPr>
        </p:nvGraphicFramePr>
        <p:xfrm>
          <a:off x="1202872" y="869723"/>
          <a:ext cx="9786256" cy="585072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223282">
                  <a:extLst>
                    <a:ext uri="{9D8B030D-6E8A-4147-A177-3AD203B41FA5}">
                      <a16:colId xmlns:a16="http://schemas.microsoft.com/office/drawing/2014/main" val="2649398441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1659188562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557636739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802767456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776025931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3194780166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2850220210"/>
                    </a:ext>
                  </a:extLst>
                </a:gridCol>
                <a:gridCol w="1223282">
                  <a:extLst>
                    <a:ext uri="{9D8B030D-6E8A-4147-A177-3AD203B41FA5}">
                      <a16:colId xmlns:a16="http://schemas.microsoft.com/office/drawing/2014/main" val="939071237"/>
                    </a:ext>
                  </a:extLst>
                </a:gridCol>
              </a:tblGrid>
              <a:tr h="43108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Option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Model / Provider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Pricing (as of Aug 2025)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Est. Cost per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Speed (1K rows)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Rate Limit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B0F0"/>
                          </a:solidFill>
                        </a:rPr>
                        <a:t>Infra Required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B0F0"/>
                          </a:solidFill>
                        </a:rPr>
                        <a:t>Notes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422947088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🆓 </a:t>
                      </a:r>
                      <a:r>
                        <a:rPr lang="en-US" sz="1200" b="1"/>
                        <a:t>Free Public LLM (API)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Groq + Mixtral / LLaMA 3</a:t>
                      </a:r>
                      <a:r>
                        <a:rPr lang="en-US" sz="1200"/>
                        <a:t> via Groq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Free</a:t>
                      </a:r>
                      <a:r>
                        <a:rPr lang="en-US" sz="1200"/>
                        <a:t> (limited key)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$0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⏱️ ~10–15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 ~1000 req/min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Free but rate-limited and can fail over 1K rows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2180844487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💵 </a:t>
                      </a:r>
                      <a:r>
                        <a:rPr lang="en-US" sz="1200" b="1"/>
                        <a:t>OpenAI GPT-4 Turbo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OpenAI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$0.01 / 1K tokens (input)$0.03 / 1K tokens (output)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~$1–$1.5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5–10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High (based on quota)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 reliability, global support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4783935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💵 </a:t>
                      </a:r>
                      <a:r>
                        <a:rPr lang="en-US" sz="1200" b="1"/>
                        <a:t>Anthropic Claude 3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Anthropic API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nb-NO" sz="1200"/>
                        <a:t>$0.008 / 1K tokens (Haiku)$0.03 / 1K tokens (Sonnet)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~$0.7–$1.2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Yes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Haiku is cheaper, great for validation logic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846176450"/>
                  </a:ext>
                </a:extLst>
              </a:tr>
              <a:tr h="819050">
                <a:tc>
                  <a:txBody>
                    <a:bodyPr/>
                    <a:lstStyle/>
                    <a:p>
                      <a:r>
                        <a:rPr lang="en-US" sz="1200"/>
                        <a:t>🧪 </a:t>
                      </a:r>
                      <a:r>
                        <a:rPr lang="en-US" sz="1200" b="1"/>
                        <a:t>Together.ai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LLaMA-3, Qwen, Mistral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 trial or Pay-as-you-go: ~$0.25–$0.50 / 1M tokens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~$0.2–$0.3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Higher quota than Groq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Qwen 1.5 and LLaMA-3 available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154562799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💻 </a:t>
                      </a:r>
                      <a:r>
                        <a:rPr lang="en-US" sz="1200" b="1"/>
                        <a:t>HuggingFace Inference Endpoint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LLaMA 2, Mistral, Falcon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$0.06–$0.12 / minute (basic endpoint)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~$0.5–$1.0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3–8 min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(via quota)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Better suited for custom fine-tuned models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01111294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🖥️ </a:t>
                      </a:r>
                      <a:r>
                        <a:rPr lang="en-US" sz="1200" b="1"/>
                        <a:t>Self-hosted (Local / GPU VM)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Ollama, vLLM, LMDeploy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Free (after setup)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~$0.10 / 1K rows (infra only)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⚡⚡ Fast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🚫 Unlimited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Yes (e.g., 1 x A10 GPU)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Best for large scale or recurring jobs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1545776924"/>
                  </a:ext>
                </a:extLst>
              </a:tr>
              <a:tr h="689727">
                <a:tc>
                  <a:txBody>
                    <a:bodyPr/>
                    <a:lstStyle/>
                    <a:p>
                      <a:r>
                        <a:rPr lang="en-US" sz="1200"/>
                        <a:t>🧠 </a:t>
                      </a:r>
                      <a:r>
                        <a:rPr lang="en-US" sz="1200" b="1"/>
                        <a:t>RAG + Lightweight LLM</a:t>
                      </a:r>
                      <a:endParaRPr lang="en-US" sz="1200"/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Any + Vector DB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Open Source + ~$0.05 API (if used)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~$0.05 / 1K rows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⚡ Fast (uses search + LLM)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 Flexible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Optional</a:t>
                      </a:r>
                    </a:p>
                  </a:txBody>
                  <a:tcPr marL="32473" marR="32473" marT="16236" marB="1623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Very efficient for repeatable validation use cases</a:t>
                      </a:r>
                    </a:p>
                  </a:txBody>
                  <a:tcPr marL="32473" marR="32473" marT="16236" marB="16236" anchor="ctr"/>
                </a:tc>
                <a:extLst>
                  <a:ext uri="{0D108BD9-81ED-4DB2-BD59-A6C34878D82A}">
                    <a16:rowId xmlns:a16="http://schemas.microsoft.com/office/drawing/2014/main" val="338859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065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9060D-959F-E21E-9707-DF94ADA6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FEE5-3D34-84B4-17CD-9CA30B627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119743"/>
            <a:ext cx="9144000" cy="673780"/>
          </a:xfrm>
        </p:spPr>
        <p:txBody>
          <a:bodyPr>
            <a:normAutofit/>
          </a:bodyPr>
          <a:lstStyle/>
          <a:p>
            <a:r>
              <a:rPr lang="en-US" sz="2800" dirty="0"/>
              <a:t>📌 Recommendations with Pricing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D436AB-865F-0F0C-624B-926C16885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584003"/>
              </p:ext>
            </p:extLst>
          </p:nvPr>
        </p:nvGraphicFramePr>
        <p:xfrm>
          <a:off x="827314" y="1236322"/>
          <a:ext cx="10439400" cy="410167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486355">
                  <a:extLst>
                    <a:ext uri="{9D8B030D-6E8A-4147-A177-3AD203B41FA5}">
                      <a16:colId xmlns:a16="http://schemas.microsoft.com/office/drawing/2014/main" val="482667653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3401172366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2571970641"/>
                    </a:ext>
                  </a:extLst>
                </a:gridCol>
                <a:gridCol w="2651015">
                  <a:extLst>
                    <a:ext uri="{9D8B030D-6E8A-4147-A177-3AD203B41FA5}">
                      <a16:colId xmlns:a16="http://schemas.microsoft.com/office/drawing/2014/main" val="2250169889"/>
                    </a:ext>
                  </a:extLst>
                </a:gridCol>
              </a:tblGrid>
              <a:tr h="630890"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Cost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842338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✅ Prototyping (&lt;1K rows)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Free Groq API or Ollama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Qwen/Mistral, skip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090305"/>
                  </a:ext>
                </a:extLst>
              </a:tr>
              <a:tr h="901272">
                <a:tc>
                  <a:txBody>
                    <a:bodyPr/>
                    <a:lstStyle/>
                    <a:p>
                      <a:r>
                        <a:rPr lang="en-US"/>
                        <a:t>🚀 6K+ production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Paid OpenAI GPT-4 Turbo or Together.ai (Qwen)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$4–$9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batching + parallelism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792726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💰 Cost-efficient batch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Claude 3 Haiku or Together.ai Qwen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$1–$3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High-speed + better quota than Groq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149905"/>
                  </a:ext>
                </a:extLst>
              </a:tr>
              <a:tr h="630890">
                <a:tc>
                  <a:txBody>
                    <a:bodyPr/>
                    <a:lstStyle/>
                    <a:p>
                      <a:r>
                        <a:rPr lang="en-US"/>
                        <a:t>🧠 Offline + Rule-Based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Local Qwen / RAG + small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Free–$0.50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Embed rules, reduce model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37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🏢 Long-term / recurring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Self-hosted LLaMA or Mistral on GPU 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~$0.5/hr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One-time setup, no per-call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194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850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812C-E623-476D-9D2A-3AC2F45C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💡 Tip: Time-to-Process Estimation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E0AFA3-DA01-0303-F9A3-8BD98F066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07048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16807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16637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58203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8949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(Groq API)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(GPT-4 API)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 (Self-hosted)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5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1,000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~10–15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~5–8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~3–5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6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6,000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~60–90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~30–40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~20–30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39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252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886034-CFE4-EFFB-DA5A-1F6EF32A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12" y="438150"/>
            <a:ext cx="52101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0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B43008F-12A3-AE03-5E83-665A906C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152" y="643466"/>
            <a:ext cx="5174906" cy="616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446996-267D-C3F2-8FEA-FA5C02A20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7" y="438150"/>
            <a:ext cx="56864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3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3C7E8-C5BC-03DF-C7ED-8F2A2363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D1174-A67C-1812-24A5-55B334349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F75F368-41AE-42BD-D293-18F0A5D4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09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1218</Words>
  <Application>Microsoft Office PowerPoint</Application>
  <PresentationFormat>Widescreen</PresentationFormat>
  <Paragraphs>231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SAP Data migration  AI solution to check data quality </vt:lpstr>
      <vt:lpstr>📌  Context</vt:lpstr>
      <vt:lpstr>❗  Problem statement</vt:lpstr>
      <vt:lpstr>Objective</vt:lpstr>
      <vt:lpstr>Approach 1: 📘 Rule-Based Engine (Deterministic)</vt:lpstr>
      <vt:lpstr>Approach 2: 🤖 Machine Learning Classifier (Supervised Learning)</vt:lpstr>
      <vt:lpstr>Approach 3: 🧠 LLM-Based Validation (Groq)</vt:lpstr>
      <vt:lpstr>Comparison</vt:lpstr>
      <vt:lpstr>Cost Comparison between 3 Approaches</vt:lpstr>
      <vt:lpstr>🧾 Cost &amp; Performance Comparison Table (w/ Sample Pricing)</vt:lpstr>
      <vt:lpstr>📌 Recommendations with Pricing</vt:lpstr>
      <vt:lpstr>💡 Tip: Time-to-Process Estimation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Hiraman, Lochan</dc:creator>
  <cp:lastModifiedBy>Hiraman, Lochan</cp:lastModifiedBy>
  <cp:revision>1</cp:revision>
  <dcterms:created xsi:type="dcterms:W3CDTF">2025-08-04T08:38:29Z</dcterms:created>
  <dcterms:modified xsi:type="dcterms:W3CDTF">2025-08-19T07:44:32Z</dcterms:modified>
</cp:coreProperties>
</file>